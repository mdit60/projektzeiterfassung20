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16"/>
    <p:restoredTop sz="94659"/>
  </p:normalViewPr>
  <p:slideViewPr>
    <p:cSldViewPr snapToGrid="0">
      <p:cViewPr varScale="1">
        <p:scale>
          <a:sx n="146" d="100"/>
          <a:sy n="146" d="100"/>
        </p:scale>
        <p:origin x="10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19:51.61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3497 483 24575,'-2'-7'0,"-4"-13"0,-6-4 0,-21-23 0,-25-2 0,-25-4 0,22 24 0,-7 2 0,-16 3 0,-3 2 0,7 0 0,-1 2 0,-18 1 0,1 3 0,27 4 0,2 2 0,-7 1 0,-1 1 0,2 0 0,2 2 0,6 1 0,1 0 0,-8 0 0,0-1 0,9 1 0,2 1 0,7-1 0,0 2 0,-4 0 0,1 0 0,6 0 0,0 1 0,-7 1 0,-3 1 0,-13 0 0,-2-1 0,8 1 0,0 1 0,-10 1 0,0 0 0,10 0 0,2 1 0,10 0 0,3 0 0,-2 0 0,5 0 0,-10 3 0,7 2 0,23 2 0,7 1 0,-2 2 0,-9 4 0,-4-2 0,-11 5 0,0-2 0,10 0 0,4 0 0,16 1 0,3 11 0,5 17 0,6 10 0,3 10 0,4-3 0,2-11 0,1 2 0,7-9 0,11 20 0,12 0 0,12 9 0,12-5 0,7-5 0,2-10 0,13-3 0,0-13 0,5-7 0,-35-19 0,0-2 0,37 3 0,-37-8 0,1-1 0,48 2 0,-4 0 0,-37-1 0,2 1 0,1 2 0,1 2 0,-3-1 0,3 0 0,17 2 0,1-2 0,-19-4 0,0-2 0,8-1 0,0-1 0,-8-3 0,-3-2 0,31-7 0,-40 0 0,1-2 0,0-4 0,-2 0 0,40-17 0,-38 16 0,-2 2 0,24-6 0,-9 6 0,-7-2 0,-13-1 0,2-9 0,-5-4 0,-3 0 0,5-6 0,-5 9 0,1-1 0,0 4 0,-13 9 0,4-6 0,1-3 0,3-3 0,1-3 0,-6 7 0,-7 3 0,-4 2 0,-1-1 0,3-1 0,0-1 0,-1 1 0,2 0 0,1-3 0,-3 5 0,-1 0 0,-8 9 0,-3 3 0,-3-7 0,-1-7 0,0-5 0,-1 1 0,-10 7 0,-29 3 0,-24 6 0,16 0 0,2 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19:59.52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21330 315 24575,'-70'-9'0,"-18"2"0,2 1 0,-11-1 0,15 3 0,-6 1 0,-1-1-999,-2 0 0,-2-1 1,-3 1 998,8 0 0,-4 1 0,1-1 0,4 1 0,-5 1 0,4-1 0,1 1 17,-1 1 1,0 0-1,1 0-17,8 3 0,1 0 0,2 0 0,6 1 0,1 1 0,-3-1 0,-13 1 0,-5 0 0,-2 1-261,13-1 0,-3 0 0,0 0 1,-1-1 260,-1 0 0,1 1 0,-3-2 0,-5 0-513,10-2 1,-5 0 0,-2-1 0,-3 0 0,1 0-1,1 0 513,2 0 0,-1-1 0,1 1 0,0-1 0,-1 0 0,1-1 0,-1 1 0,-1-2 0,1 1 0,0 0 0,-1-1 0,0 2-144,-1-1 0,-2 1 1,-1 0-1,2 1 1,2-1-1,4 1 144,-16 1 0,4 0 0,2 0 0,0 0-175,-2 1 0,0-1 1,1 1-1,2-1 175,5 1 0,1 1 0,2-1 0,2-1 0,-15 1 0,3-1 0,-5-1 0,8 1 0,-6-1 0,0 1 0,0-1 0,6 1 0,0-1 0,-1 1 0,0 0 0,15-1 0,0 1 0,-2-1 0,1 1 0,-1-1-43,-4 1 0,-1 0 0,0 0 0,1 0 0,2 0 43,-10 0 0,3-1 0,0 1 0,0 0 0,-3-1 0,0 0 0,-1 0 0,0 0 0,-5 0 0,-1 0 0,1-1 0,2 0 0,10 1 0,2-1 0,0-1 0,-3 1 0,8 0 0,-2 0 0,-1-1 0,-1 1 0,2 0 0,0-1 0,1 1 0,-1-1 0,2 1 0,0 0 0,-15-2 0,2 1 0,0 0 0,-2 0 0,11 1 0,-3 0 0,1 1 0,-1 0 0,3-1 0,-12 0 0,2-1 0,1 0 0,-1 1 0,-1 1 0,1 1 0,-1 0 0,-2-1 0,13-1 0,-3 0 0,1-1 0,0 1 0,4-1 0,-5 2 0,3-1 0,1 1 0,-4-1 0,8 0 0,-2 0 0,-2 0 0,2 0 0,3 0 444,-5 0 0,2 0 0,3 0 0,-1 0-444,3 0 0,0 0 0,1 0 0,0 0 0,0-1 0,-1 1 0,1-1 0,1 0 0,-20 0 0,1-1 0,0 0 0,1 0 0,0 0 0,2 0 534,5 0 1,1 0-1,1 1-534,8-1 0,0 0 0,2 0 0,-26 0 0,-1-1 0,26 2 0,-1 0 0,0 0 0,3 0 0,0 0 0,0 0 0,3 1 0,1 0 0,0-1 745,-31-1 0,3 0-745,16 2 0,3 0 1038,6 0 0,1-1-1038,-9 1 0,1 0 617,15 1 0,0 0-617,-10 0 0,1 0 329,9 0 0,2 0-329,7 0 0,1 0 0,-6 0 0,1 0 0,3 0 0,2-1 0,-45 1 0,43 0 0,0-1 0,-39 2 0,42 0 0,-2 1 0,-3-1 0,1 1 0,5-1 0,1 1 0,-7-1 0,0 1 0,2-2 0,2 0 0,2 1 0,1 0 0,-5-1 0,2 0 0,-35 1 0,-4 0 0,7 0 0,20 0 0,3 0 0,5 0 0,2 0 0,-16 0 0,10 0 0,-3 0 0,-11 0 0,-11 0 0,35 0 0,-3 0 0,-9 1 0,0-1 0,9 1 0,0 0 0,-6 0 0,0 2 0,9 0 0,1 0 0,-47 5 0,44-1 0,0 0 0,-41 8 0,45-7 0,-1-1 0,-48 7 0,23-5 0,-3 0 0,6 0 0,7 1 0,-14 7 0,9 7 0,7 9 0,-8 21 0,14 9 0,25-20 0,1 2 0,2 1 0,2 0 0,3 0 0,2-1 0,-15 35 0,11-4 0,11-7 0,3 20 0,8-6 0,0 11 0,5 1 0,5-7 0,6 6 0,9-14 0,7-4 0,13 4 0,7-4 0,-18-34 0,4 0 0,11 4 0,4 0 0,4-1 0,4-1 0,15 7 0,3-1 0,1-2 0,0-3 0,-9-3 0,1-1 0,12 6 0,3-2 0,0-3 0,3-2 0,-25-13 0,1-1 0,3-1-207,15 2 0,4-2 0,-2-3 207,-14-6 0,-2-3 0,1-1 0,5 1 0,2-2 0,-3-1 0,22 0 0,-4-4 0,-6-1 0,-1-2 0,11 0 0,3-1-269,-28 0 1,1-2 0,2 2 268,10 0 0,2 0 0,5 1-430,-5-1 0,5 1 0,1-1 0,-2 1 430,-6 0 0,-1 0 0,0 0 0,2 0 0,8 0 0,2 0 0,-1-1 0,-3 0-127,14 1 1,-4 0 0,-1-1 126,-10-1 0,-2 0 0,3 0 0,-13-1 0,2-1 0,1 0 0,3-1-506,11-1 0,4-2 0,1 0 0,0 0 506,-18 1 0,-1 0 0,1 0 0,2 1 0,3-1-296,4 0 0,4 1 0,3-1 0,0 1 0,-2 0 1,-4 0 295,0 0 0,-4 1 0,-1-1 0,0 2 0,2-1 0,8 1 0,2 1 0,0 1 0,-1-1 0,-1 0-61,-7 0 1,-1 0 0,-1 0 0,-1 0-1,-2 0 61,10 0 0,-3 0 0,0 0 0,4 0 0,-8 0 0,2-1 0,1 1 0,1 0 0,-2-1 0,-3 1 0,-2-1 0,1 1 0,-1 0 0,0 0 0,18 0 0,-1 0 0,0 1 0,1-1 0,-18 1 0,2 0 0,-1 0 0,-3 0 0,-3 0 31,23 1 1,-5-1 0,-1 1-32,-1-1 0,0 0 0,-3-1 0,-9-1 0,-2-1 0,1-1 0,-2 0 0,0-2 0,3 0 0,15 0 0,3-2 0,0 1 0,-1 0 0,0-1 0,-1 1 0,-11 1 0,-1-1 0,3 1 148,-9 0 1,4 1 0,0-1 0,-2 1-149,15-3 0,-3 1 0,3 0 0,-13 0 0,2-1 0,2 1 0,0-2 0,8 0 0,2-1 0,0 0 0,-4 0 0,-12 0 0,-2 1 0,-1-1 0,3 1 0,9-1 0,2 0 0,1 0 0,-1 1 0,-5 1 0,0-1 0,-1 1 0,-2 1 0,-7 2 0,-1 0 0,-2 0 0,2 0 0,4 1 0,0 0 0,0 0 0,-2 0 612,13-1 0,-2 1 0,-2-1-612,-6 1 0,-3-1 0,3 0 0,12 1 0,1 0 0,-2-1 0,-15 2 0,-2 0 0,1 0 0,9 0 0,2-1 0,-2-1 0,-1 0 0,0-2 0,-2-1 0,-9 1 0,0 0 0,0-1 0,5 0 0,1-2 0,-1 2 0,-6 2 0,-1 0 0,-1 1 857,26-1 0,0 0-857,-27 2 0,2 1 0,-2-1 0,22 0 0,0 0 0,-23 0 0,1 1 0,1 0 0,1 0 0,0 1 0,0 0 0,-1-1 0,1 1 0,1-1 0,3-1 0,0 1 0,0 0 0,0-1 0,0 1 0,-2-1 0,-4 0 0,0-1 0,0 0 0,4 1 0,1 0 0,-1 0 0,-5-2 0,-1-1 0,-2 0 0,20-1 0,0-1 398,9-5 1,-3-3-399,-23 3 0,-3-1 766,4-3 0,-1-3-766,-3-2 0,-4-1 810,29-20-810,-43 17 0,-2-2 247,27-21-247,-9 0 0,16-7 0,1 8 0,-33 25 0,1 1 0,43-13 0,-14 12 0,-5-1 0,3-3 0,4-7 0,-24 9 0,1-3 0,-7 4 0,-1-1 0,1-3 0,-3-1 0,31-27 0,-30 13 0,-3-3 0,-13 6 0,-11 7 0,0-8 0,-7 3 0,1 0 0,3-2 0,4-1 0,-3 3 0,0-4 0,-9 11 0,-5-2 0,-1 3 0,-2 3 0,-2-5 0,-7 1 0,-37-22 0,-13 8 0,-12-2 0,-6-1 0,-1 1 0,-1 2 0,5 5 0,22 13 0,10 6 0,20 10 0,19 10 0,2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13.5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3226 1 24575,'15'6'0,"21"26"0,11 20 0,-11-7 0,-1 6 0,-5 3 0,-2 3 0,3 10 0,-3 3 0,-2 12 0,-3 3 0,-2-1 0,-2 1 0,-3-2 0,-3 0 0,-3 8 0,-4-2 0,-3-11 0,-3 2 0,-1-14 0,-3 4 0,0 0 0,-3-1 0,-1-1 0,-1 1 0,-1-1 0,0-1 0,-2 0 0,-8 31 0,-3-2 0,0-10 0,-2-3 0,0-4 0,-5 0 0,2-19 0,-3 1 0,0-2 0,-7 10 0,0-3 0,-9 9 0,0-3 0,11-18 0,2-4 0,-19 29 0,20-37 0,-1-3 0,-20 15 0,-10 5 0,-12 1 0,-3-6 0,31-23 0,-2-2 0,-4 1 0,1-2 0,4-4 0,0 0 0,-1 0 0,1-1 0,-38 8 0,-7-5 0,27-17 0,-6-4 0,-13 1 0,-4-3-361,16-2 1,-3-1-1,-3 0 361,-13-1 0,-3-1 0,1 0 0,11 1 0,1 0 0,0-1 0,-6 1 0,-1-1 0,7 1 0,-4 1 0,9-1 0,16 1 0,5 0 0,-17 2 0,34-1 0,-3 1 0,10 0 1082,9 0-1082,-12 0 0,-2 0 0,0 1 0,-3 0 0,23-2 0,6 0 0,10-1 0,-13 4 0,4 0 0,-10 2 0,4-2 0,7-2 0,2 0 0,5-2 0,1 0 0,-3-5 0,-1-2 0,2 1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16.08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729 0 24575,'-25'6'0,"-29"7"0,-10 3 0,-11 6 0,16 0 0,11-2 0,5-1 0,6-2 0,7-4 0,-1 0 0,0-1 0,0-2 0,-12 3 0,4-3 0,-7 1 0,13-3 0,14-3 0,10-2 0,5 1 0,1 0 0,-1 0 0,3-1 0,6 3 0,10 7 0,15 7 0,18 9 0,4-2 0,9-1 0,-6-6 0,4-4 0,0-3 0,-8-5 0,1 0 0,-8 0 0,-7-1 0,2 0 0,-7-1 0,-9-2 0,1 4 0,-14-4 0,8 6 0,-12-6 0,5 3 0,-13-8 0,1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32.1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7358 400 24575,'-82'-20'0,"20"6"0,-6-2 0,-19-4 0,-8-1-456,17 3 0,-4 0 1,3 0 455,9 3 0,2 0 0,0 1 0,-31-6 0,3 2 222,13 4 1,3 3-223,11 3 0,-2 1 0,-17 0 0,-3 2 0,-7 0 0,-2 1-136,31 1 1,0 1-1,-3-1 136,-7 0 0,-3 0 0,3 0 0,7 0 0,1 1 0,-1-1 0,-3 0 0,-1 0 0,-1-1 0,-8 0 0,-1 1 0,2-1 0,10 2 0,2-1 0,-4 0 0,-16 0 0,-5-1 0,3 1 0,8-1 0,1 1 0,2 0 0,3 1 0,2 0 0,-3-1 0,-7 0 0,-3 0 0,4 0 0,12-1 0,3 1 0,-1 1 0,-1-1 0,0 1 0,0 0 0,0 0 0,0 0 0,4 1 0,-10 1 0,1 0 0,-8 0 0,1 1 336,11-1 1,2 1-337,5 1 0,0 0 0,-6 2 0,0 1 0,-1 0 0,0 0 328,3 3 0,-2-1-328,-10 1 0,0 0 0,16 0 0,1 0 0,-1 1 0,0 1 0,-1 1 0,2 1 0,8-1 0,0 2 0,-7 2 0,1 2 0,5 1 0,4 0 0,-28 16 0,-1 14 0,30 0 0,-8 17 0,31-25 0,1 3 0,2-2 0,1 1 0,-3 6 0,2 0 0,5-2 0,2-1 0,-10 38 0,12 11 0,13-10 0,10-4 0,4-7 0,7-20 0,7 6 0,8 0 0,21 14 0,-7-22 0,5 2 0,15 11 0,3 1 0,-3-4 0,3 0 0,-11-10 0,3 1 0,-4-5 0,-3-3 0,-1-3 0,15 9 0,1-5 0,-11-15 0,0-6 0,2-6 0,1-3 0,8-3 0,1-3 0,-3-5 0,-2-3 0,-8-1 0,-1-1 0,5 0 0,0 0 0,-7-1 0,1 1 0,12 1 0,6 1 0,21 2 0,4 2 0,0 0 0,3 0-148,-24-2 1,2 1 0,-2-1 147,-5-1 0,-2-1 0,-2 0 0,17-1 0,-3-3 0,1-2 0,-2-2 0,-13 1 0,-2-1 0,-1-1 0,0 0 0,-3 3 0,-1 0 0,41-1 221,-48 5 0,0 0-221,7 1 0,0-1 0,-2 1 0,2 0 0,14 0 0,4 0 0,-3 0 0,1 0 0,2 0 0,3 1 0,-10 0 0,3 1 0,-1 0 0,26 0 0,0 1 0,-25 0 0,2 0 0,-2 0 0,24-1 0,-4-1 0,-17-1 0,-4-1 0,-2-4 0,0-1 0,-2-1 0,-1-2 0,-6 1 0,1-1 0,11-4 0,-1-1 0,-10 5 0,0 0 0,6-3 0,2 0 0,0 3 0,0 1 0,-2 0 0,1 2 0,9-1 0,0 1 0,-2 1 0,-3 0 0,-8 0 0,-3 0 0,1 0 0,-3-1 0,16-8 0,-7-2 0,-13-7 0,-3-5 0,10-12 0,3-4 0,-8 0 0,-4-4 0,-12 6 0,-10 6 0,-5-3 0,-12 10 0,0-13 0,-1-7 0,2-4 0,3-11 0,-1 5 0,-3 8 0,-7 6 0,-3 16 0,-2-2 0,-2 1 0,1-2 0,0-9 0,1-1 0,0 6 0,-1-1 0,0 11 0,0-3 0,-1 0 0,-1-1 0,-1-3 0,-2-4 0,-1 3 0,1 3 0,0 10 0,2 5 0,0-1 0,1 2 0,-1 0 0,1 7 0,0 2 0,-3-3 0,1 2 0,-3-6 0,-6-1 0,-16-9 0,-15-4 0,5 5 0,9 9 0,20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35.4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2653 24575,'14'-6'0,"23"-13"0,29-12 0,-8 4 0,5-1 0,1-1 0,2-1 0,9-3 0,0-2 0,-6 3 0,-2-1 0,-12 6 0,-1 0 0,3-4 0,-2 0 0,-3 0 0,-1-1 0,-3-2 0,0 0 0,7-4 0,-3 0 0,27-21 0,1 4 0,-8 4 0,-6 4 0,4-4 0,1 1 0,-6 2 0,9-8 0,-10 2 0,4-2 0,5-6 0,0 6 0,-31 25 0,0-1 0,1 0 0,0 1 0,34-26 0,-38 26 0,-1-2 0,29-29 0,-11 2 0,6-10 0,-17 18 0,8-9 0,-8 10 0,1-4 0,0 0 0,0 1 0,-9 12 0,9-12 0,-9 11 0,9-13 0,3-2 0,-3 4 0,5 0 0,1 7 0,-9 11 0,-3 2 0,-18 16 0,-6 3 0,-7 8 0,-4 3 0,1 0 0,0 0 0,1 0 0,1 0 0,-2 1 0,-1-1 0,4-2 0,4-3 0,1-1 0,-1 1 0,-7 5 0,-2 1 0,-2 0 0,2-1 0,1-3 0,0 1 0,-2 3 0,-1 1 0,0 1 0,0 0 0,-2 0 0,1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36.9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24575,'35'2'0,"10"2"0,25-3 0,20 2 0,3-3 0,-41 0 0,0 0 0,47 0 0,-13 0 0,-9 0 0,-22-1 0,-10 1 0,-10-1 0,-6 0 0,4 0 0,-8 0 0,-6 0 0,-9 1 0,-10 0 0,0 1 0,0 1 0,0-2 0,1 2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38.7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77 24575,'10'0'0,"-4"-1"0,6-1 0,8-4 0,20-2 0,22-2 0,25 2 0,8 1 0,-44 4 0,-1 0 0,37-2 0,-27 1 0,-2 0 0,-24 3 0,18-2 0,-3 2 0,23 0 0,17-1 0,7 0 0,-44 0 0,0 1 0,35 0 0,-25 0 0,-17 1 0,-31 1 0,5-1 0,3 0 0,0 0 0,-2 0 0,-15 0 0,-7 0 0,-2 0 0,-20 0 0,1 0 0,-3 0 0,12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41.1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24575,'22'6'0,"7"-1"0,3 3 0,1-1 0,-11-3 0,3 1 0,-2 1 0,12 0 0,-5-2 0,-9-1 0,-12-2 0,-7-1 0,-2 1 0,1 0 0,-1 3 0,-1 1 0,-3 8 0,-2 7 0,-3 9 0,-1 7 0,2-2 0,-1 1 0,4-10 0,0-3 0,4-4 0,-2-1 0,2 0 0,0-4 0,1-4 0,0-3 0,0-2 0,0 2 0,0 4 0,-1 0 0,0-3 0,1-1 0,0-6 0,-1 0 0,3-2 0,-2 1 0,3-1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43.86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24575,'10'0'0,"12"1"0,10 1 0,20 0 0,-13 2 0,4-2 0,-23 0 0,-8-1 0,-7-1 0,-4 0 0,8 1 0,1 0 0,1 0 0,-3-1 0,0-1 0,7-1 0,0 0 0,1 0 0,-11 1 0,-3 1 0,-2 0 0,-2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31:15.77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0 682 24575,'32'-27'0,"17"-3"0,32-12 0,8-1 0,-44 21 0,1 0 0,3-4 0,1-1 0,-5 3 0,2 0 0,7-2 0,2 1 0,2 2 0,0 2 0,1 3 0,-1 2 0,-3 1 0,0 1 0,0 1 0,-1 0 0,-4 1 0,-2 0 0,32-9 0,0-2 0,-26 4 0,-2 2 0,-8 6 0,-12 4 0,-6 3 0,-15 3 0,-1 0 0,2-1 0,17-3 0,19 1 0,4-6 0,14 1 0,-20-1 0,-13 2 0,-15 4 0,-14 3 0,12-6 0,0 1 0,7-4 0,-11 6 0,-7 2 0,-6 2 0,-1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31:18.88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1614 8191,'69'-16'0,"-14"5"0,9-1 1071,16-2 0,12-2 0,6 0-1071,-24 2 0,4 0 0,3-1 0,1 0 0,1 0 0,8 0 0,2-1 0,1 0 0,1 0 0,-1-1 0,-2 0 0,0 0 0,0-1 0,-1 1 0,-2 0 0,-7 2 0,-2 0 0,0 0 0,-3 0 0,-1 1 0,7-1 0,-3 0 0,-2 0 0,-2 0 648,13-2 1,-2-1 0,3 0-649,-5 1 0,4 0 0,2-2 0,-1 0 0,0-1 0,0-2 0,1 1 0,4-1-39,-4 4 1,3-1 0,3 0 0,2 0 0,2 0 38,-17 2 0,3 0 0,2-1 0,1 1 0,0-1 0,0 2 0,-3 0 0,8 0 0,-1 1 0,-1 1 0,0-1 0,0 1 0,1 0 0,4-1 0,0 0 0,1-1 0,0 1 0,-2 1 0,-2-1 418,-9 3 0,-1-1 0,-2 1 1,0 0-1,-2 0 0,0 0-418,11-2 0,-3-1 0,0 1 0,-1-1 0,-1 1 0,-5 2 0,-2-1 1,0 1-1,-1 0 1,1-1-1,1-1 0,0-1 0,1 0 0,-3 1 0,-2 1 89,2 0 0,-3 1 0,-1 1 0,-2-1-89,19-3 0,-1 1 0,-2 1 0,-8 2 0,0 2 0,-3 1 0,-4 2 0,-2 1 0,3 1 0,13 1 0,3 0 0,2 0 0,3-2 0,2 0 0,-3 0 0,-7 0 0,-3 0 0,0-2 0,-4-4 0,-1-2 0,-7 0 1463,-5 0 1,-8-1-1464,23-12 2542,-49 16-2542,-26 8 2076,-6 2-2076,-1-1 0,-2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06.77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5098 3 24575,'-96'-1'0,"35"0"0,-10 1 0,5 0 0,-10 1 0,-4 0 0,0 0-839,-4 1 1,-2-1-1,-1 1 1,0 0 838,-3 1 0,-1 0 0,0 0 0,1 1 0,1 1 0,-1 0 0,3 1 0,6 1 93,4 1 0,5 2 0,0 3-93,-10 5 0,0 5 0,0 3 0,0 7 0,1 5 0,-1 2-268,-1 4 1,0 3-1,-2 4 268,10-2 0,-2 3 0,1 2 0,1 0 0,4 0 0,1 1 0,1 1 0,2-1 0,5-3 0,1-1 0,2 1 0,-1 1 0,-3 5 0,0 2 0,1-1 0,5-3-198,2-1 0,5-1 0,-1 2 198,-7 9 0,0 4 0,2 3 0,2 3 0,1 3 0,2 2-104,1 2 1,1 2 0,-1 5 103,13-20 0,-1 4 0,-1 2 0,2 1 0,0 1-301,2 1 1,0 2-1,1 0 1,1 1 0,1 0 300,0-1 0,0-1 0,2 1 0,1 1 0,1 2 0,0 10 0,2 3 0,1 1 0,2-1 0,1-2 0,4-12 0,1-2 0,2-1 0,0 0 0,2 1 0,1 2 0,1 1 0,1 0 0,1 0 0,0 1 0,0 5 0,0 2 0,0 0 0,1-2 0,1-3 0,0 0 0,1-4 0,1 0 0,0 4 0,1-5 0,0 2 0,1 2 0,-1 0 0,2-2 0,-1 16 0,1-2 0,1 0 0,0-2 4,1-7 0,0-2 0,1 0 0,1 2-4,0 4 0,2 2 0,0-1 0,0-6 57,2 2 0,1-5 0,1-3-57,0-9 0,1-3 0,2 1 0,1 1 0,3 1 0,1-4 0,9 20 0,5-2 0,-1-17 0,4 2 0,4-2 0,4 2 0,4-2 0,1-2 0,-3-9 0,1-2 0,2-1 0,3 1 0,2-2 0,-2-4 828,6 5 0,-1-5-828,-3-7 0,-1-1 1142,3-1 1,-1 1-1143,-3-1 0,1 1 829,7 7 1,3 2-830,3 2 0,2 1 0,6 2 0,3 0 0,-2-5 0,-1-2 248,0-5 1,-4-3-249,-16-12 0,-3-3 0,31 11 0,-37-18 0,1-2 0,-8-2 0,10 4 0,2 1 0,-3 0 0,0 1 0,-10-4 0,13 5 0,-10-8 0,9-1 0,-17-7 0,-8-3 0,-12-3 0,-6-1 0,3-1 0,6-3 0,0 2 0,-2-2 0,-2 5 0,5 8 0,8 5 0,14 8 0,1-3 0,-10-4 0,-10-9 0,-13-4 0,-3-1 0,0-4 0,-1-10 0,-2 4 0,2-4 0,-1 11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20:08.84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422 1 24575,'17'28'0,"5"2"0,16 20 0,-1-7 0,-2-3 0,-13-13 0,-10-10 0,-4-1 0,3 12 0,0 1 0,6 14 0,-3-8 0,3 6 0,2 4 0,-4-6 0,0-3 0,-7-18 0,-4-10 0,-1-3 0,-2-2 0,0 0 0,0-1 0,1 1 0,1 7 0,2 4 0,1 3 0,-1-2 0,-1-7 0,-2-5 0,-1-5 0,-1-1 0,-2 0 0,-5-2 0,-20-6 0,-23-9 0,-15-5 0,-12-6 0,12 5 0,7 3 0,8 7 0,11 7 0,1 3 0,11 4 0,-2 0 0,-5 2 0,-3-1 0,-8 2 0,9 1 0,13 0 0,8 0 0,11-2 0,3 1 0,-1 0 0,-1 2 0,-6 2 0,-1 1 0,2-2 0,0-9-1696,5-10 0,-1 3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32:37.65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2709 24575,'6'-20'0,"-1"-4"0,0-19 0,-2-24 0,0 10 0,-2-2 0,1-5 0,-1-34 0,1 20 0,-1-2 0,-1 19 0,1 1 0,0-10 0,2 1 0,-1 17 0,2 1 0,3-12 0,1-3 0,5-3 0,2 0 0,-1 2 0,2 1 0,1-2 0,0 3 0,-2 14 0,-1 4 0,9-21 0,10 1 0,6 10 0,24-13 0,-21 32 0,6-1 0,18-10 0,6 0 0,7 0 0,4 3-271,-15 11 1,3 0 0,1 3 270,2 1 0,2 3 0,-1 1 0,-2 3 0,-1 2 0,2 0 0,13-2 0,2 1 0,-1 0 0,-6 3 0,-1 1 0,1 1 0,6 0 0,0 0 0,2 3 0,1 0 0,2 1 0,-2 3 0,-6 2 0,0 2 0,0 2 0,0 0 0,0 2 0,-1 0 0,-3 2 0,-1 0 0,-2 1 0,-9-1 0,-1 1 0,-4-1 0,13 2 0,-3 0 0,-7-3 0,-5 0 0,9 0 0,0-2 0,-20 3 0,-8 0 811,9 2-811,14 0 0,-10-1 0,6 1 0,12-1 0,4 1 0,13-1 0,-1-1 0,-23 1 0,-6-1 0,22 0 0,-57-5 0,-20 1 0,4-2 0,1 1 0,6-1 0,9-2 0,11-2 0,-3 3 0,4 2 0,-11 3 0,-1 2 0,-10 0 0,-9 1 0,-5-1 0,-3 0 0,2 1 0,0-2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32:38.73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697 72 24575,'-15'-2'0,"-15"0"0,-28-3 0,-30-6 0,36 4 0,0 0 0,-38-7 0,16 2 0,34 7 0,17 3 0,7 0 0,7 2 0,-6 0 0,-14 0 0,-7 0 0,3-1 0,10 0 0,13 1 0,8 0 0,1 0 0,0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7T07:32:40.0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479 0 24575,'-40'15'0,"-3"0"0,-15 6 0,9-4 0,13-4 0,10-3 0,8-3 0,0 1 0,-11 7 0,0 2 0,-4 5 0,6-1 0,8-4 0,8-7 0,6-5 0,3-3 0,0-2 0,-8 5-1696,2-1 0,-3 3 0,6-4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BDCDBF-980C-9325-B6DE-DEEA749936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00F7E97-4FBD-E083-E93A-B219E4AE80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C02D7-C0BD-425E-8D10-1E5185861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9F8462B-91D9-F500-6F08-7823CB312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AA5F1B-97DD-7A78-C4F8-9B12592C4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374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C85E67-F186-10DD-D1B9-E91EDD96D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5E3B30F-0CA0-7930-7C93-91BCF391B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0A4AA87-E342-3F40-F728-446E2A0AA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3F9F6F-BC3A-B056-B1C0-0EF36EDE37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C767196-922E-AF0B-E8E3-74CDD2EE6B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5438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5A2585-24A7-3D8A-7D2F-6288132F0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A661C3-B870-F4C1-3A0E-F932950468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C368EB8-424D-6D61-8F2F-94125ACEE2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9A0FDF6-9F94-EFFF-B44C-3870E32B6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6DD753D-72A2-B4FF-FC08-C677ED287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36228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8A6839-85EE-C8DD-3006-3A8172335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DAB1C05-AB92-0A8A-9E2F-10AB96F2F9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474060D-4789-0BEF-EE18-2818713B0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2576258-B047-64AB-D6B7-E41FC5C3C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BCF6377-C30C-FB42-AF08-5291FB704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64C0C62-3C7C-7B8F-9418-29645B91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8759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45449-CC60-A1BF-70D3-C24F6ABE63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A793E71-11E6-F384-521F-BFC3645E47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678E521-F393-8C20-D09F-1A21D2AB22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3A5A9AA-CA4D-5AFC-9F0D-9476D69CF6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211281C-FE70-A5FA-9295-8D35B69945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2CFB3D9-778C-F1AF-F1B5-65FF74743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0562303-0355-9B3A-32D3-6D859C602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B7FB163-163E-F057-E4AF-BF81487D5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87429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1725B-499E-8AF9-E9FC-EA574A1AF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62B44D5-5CB8-C0FE-1803-B107D4D9A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534F0F5-A2F9-C21A-4B9E-06329636B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53CC24-7C00-6A18-0EAD-EDF0EF2DB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0566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161BFAC1-D9DF-8BA3-9D7A-6B09C08A1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BBCA622-F518-BE73-CC68-752707B9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3AC1DB5-44EA-1E3E-ECB4-CABA53961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14958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BE461A-675B-0AF1-474D-4B1C7587C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12345-68E2-7EEE-B880-D691E8B94E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56E9DF6-C508-7812-521D-F2E22DA4C1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48EF4A0-00B1-F85A-2762-326D88FFC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9FCBADA-4B1B-08FB-0B78-4C07A6DD0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9D4CE9D-AF85-067E-D93B-19981BB7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956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B2FB7D-838A-791B-C048-EFB85C080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D691406-B568-34E0-BFBF-C0AF473C67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B61D126-FA01-69BF-72A4-062A835F19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1A9ABF-7291-E34D-AAD9-4A7B7971F1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4CDF33F-04F8-B13D-5571-1C2DFB8C5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B950708-1850-35DB-5987-4B9047A3B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1712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00FC63-B2B4-51AC-8F1D-50CBB80ED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E770225-53CB-E43E-4296-4A78E28A0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5B4C401-DBED-E78F-4861-59DF9B0C3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7E004F2-294D-E5C4-270B-BE60B9CE9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DC3CD9F-563C-DB28-C20A-883985EF7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11260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D11C10C-3D0A-4816-20CF-684A29E6A1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26156ED-DA70-E922-1559-AD66DC3818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932F658-D963-0979-A962-D63CAF063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06FD2EF-70F1-4B85-1DBB-6B18941DB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F47153-98A0-01C9-464B-8B0AFAB8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660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C7E2C818-9DB0-EC2F-554E-961E0DE91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CB17749-BC01-738F-B64B-71F759177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7B67526-AA03-F903-1115-F95419DBB0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B24051C-628B-7842-B2FD-C6C58B137639}" type="datetimeFigureOut">
              <a:rPr lang="de-DE" smtClean="0"/>
              <a:t>27.04.26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4E1AE1F-BEDF-BE3E-AEBA-FE13340067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0CC55DF-C4CA-D551-58CF-9FB7FC12EC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4D45F6-1140-794B-BD60-BC93C50DD0E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664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9.png"/><Relationship Id="rId26" Type="http://schemas.openxmlformats.org/officeDocument/2006/relationships/image" Target="../media/image13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34" Type="http://schemas.openxmlformats.org/officeDocument/2006/relationships/image" Target="../media/image17.png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image" Target="../media/image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24" Type="http://schemas.openxmlformats.org/officeDocument/2006/relationships/image" Target="../media/image12.png"/><Relationship Id="rId32" Type="http://schemas.openxmlformats.org/officeDocument/2006/relationships/image" Target="../media/image16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4.png"/><Relationship Id="rId36" Type="http://schemas.openxmlformats.org/officeDocument/2006/relationships/image" Target="../media/image18.png"/><Relationship Id="rId10" Type="http://schemas.openxmlformats.org/officeDocument/2006/relationships/image" Target="../media/image5.png"/><Relationship Id="rId19" Type="http://schemas.openxmlformats.org/officeDocument/2006/relationships/customXml" Target="../ink/ink9.xml"/><Relationship Id="rId31" Type="http://schemas.openxmlformats.org/officeDocument/2006/relationships/customXml" Target="../ink/ink15.xml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Relationship Id="rId22" Type="http://schemas.openxmlformats.org/officeDocument/2006/relationships/image" Target="../media/image11.png"/><Relationship Id="rId27" Type="http://schemas.openxmlformats.org/officeDocument/2006/relationships/customXml" Target="../ink/ink13.xml"/><Relationship Id="rId30" Type="http://schemas.openxmlformats.org/officeDocument/2006/relationships/image" Target="../media/image15.png"/><Relationship Id="rId35" Type="http://schemas.openxmlformats.org/officeDocument/2006/relationships/customXml" Target="../ink/ink17.xml"/><Relationship Id="rId8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>
            <a:extLst>
              <a:ext uri="{FF2B5EF4-FFF2-40B4-BE49-F238E27FC236}">
                <a16:creationId xmlns:a16="http://schemas.microsoft.com/office/drawing/2014/main" id="{EA4F682F-0CBA-4E42-1B79-0A78662134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99523"/>
            <a:ext cx="7772400" cy="6058953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AF0D5750-04EB-E34D-1B86-799C481EDF4C}"/>
              </a:ext>
            </a:extLst>
          </p:cNvPr>
          <p:cNvSpPr txBox="1"/>
          <p:nvPr/>
        </p:nvSpPr>
        <p:spPr>
          <a:xfrm>
            <a:off x="0" y="30191"/>
            <a:ext cx="2286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Startseite Mitarbeiter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Freihand 5">
                <a:extLst>
                  <a:ext uri="{FF2B5EF4-FFF2-40B4-BE49-F238E27FC236}">
                    <a16:creationId xmlns:a16="http://schemas.microsoft.com/office/drawing/2014/main" id="{4F632C6F-17BD-4A95-BE1A-E514767B3A32}"/>
                  </a:ext>
                </a:extLst>
              </p14:cNvPr>
              <p14:cNvContentPartPr/>
              <p14:nvPr/>
            </p14:nvContentPartPr>
            <p14:xfrm>
              <a:off x="3228000" y="691851"/>
              <a:ext cx="1259280" cy="463680"/>
            </p14:xfrm>
          </p:contentPart>
        </mc:Choice>
        <mc:Fallback>
          <p:pic>
            <p:nvPicPr>
              <p:cNvPr id="6" name="Freihand 5">
                <a:extLst>
                  <a:ext uri="{FF2B5EF4-FFF2-40B4-BE49-F238E27FC236}">
                    <a16:creationId xmlns:a16="http://schemas.microsoft.com/office/drawing/2014/main" id="{4F632C6F-17BD-4A95-BE1A-E514767B3A3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21880" y="685731"/>
                <a:ext cx="1271520" cy="475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058ACE9B-A35A-6E00-D208-DD1F91CCD56D}"/>
                  </a:ext>
                </a:extLst>
              </p14:cNvPr>
              <p14:cNvContentPartPr/>
              <p14:nvPr/>
            </p14:nvContentPartPr>
            <p14:xfrm>
              <a:off x="2220000" y="2409411"/>
              <a:ext cx="7684200" cy="966600"/>
            </p14:xfrm>
          </p:contentPart>
        </mc:Choice>
        <mc:Fallback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058ACE9B-A35A-6E00-D208-DD1F91CCD56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213880" y="2403291"/>
                <a:ext cx="7696440" cy="978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11586CDA-89E5-4777-85EB-A4893D40ED9D}"/>
              </a:ext>
            </a:extLst>
          </p:cNvPr>
          <p:cNvGrpSpPr/>
          <p:nvPr/>
        </p:nvGrpSpPr>
        <p:grpSpPr>
          <a:xfrm>
            <a:off x="6094680" y="3292491"/>
            <a:ext cx="1330560" cy="1400760"/>
            <a:chOff x="6094680" y="3292491"/>
            <a:chExt cx="1330560" cy="1400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2" name="Freihand 11">
                  <a:extLst>
                    <a:ext uri="{FF2B5EF4-FFF2-40B4-BE49-F238E27FC236}">
                      <a16:creationId xmlns:a16="http://schemas.microsoft.com/office/drawing/2014/main" id="{9BDBFE17-8503-7E51-86E5-A45B8B5BAAA2}"/>
                    </a:ext>
                  </a:extLst>
                </p14:cNvPr>
                <p14:cNvContentPartPr/>
                <p14:nvPr/>
              </p14:nvContentPartPr>
              <p14:xfrm>
                <a:off x="6111240" y="3292491"/>
                <a:ext cx="1314000" cy="1327320"/>
              </p14:xfrm>
            </p:contentPart>
          </mc:Choice>
          <mc:Fallback>
            <p:pic>
              <p:nvPicPr>
                <p:cNvPr id="12" name="Freihand 11">
                  <a:extLst>
                    <a:ext uri="{FF2B5EF4-FFF2-40B4-BE49-F238E27FC236}">
                      <a16:creationId xmlns:a16="http://schemas.microsoft.com/office/drawing/2014/main" id="{9BDBFE17-8503-7E51-86E5-A45B8B5BAAA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105120" y="3286371"/>
                  <a:ext cx="1326240" cy="13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3" name="Freihand 12">
                  <a:extLst>
                    <a:ext uri="{FF2B5EF4-FFF2-40B4-BE49-F238E27FC236}">
                      <a16:creationId xmlns:a16="http://schemas.microsoft.com/office/drawing/2014/main" id="{0F0A6743-5685-7EF1-88A2-285D2C145279}"/>
                    </a:ext>
                  </a:extLst>
                </p14:cNvPr>
                <p14:cNvContentPartPr/>
                <p14:nvPr/>
              </p14:nvContentPartPr>
              <p14:xfrm>
                <a:off x="6094680" y="4513611"/>
                <a:ext cx="263160" cy="179640"/>
              </p14:xfrm>
            </p:contentPart>
          </mc:Choice>
          <mc:Fallback>
            <p:pic>
              <p:nvPicPr>
                <p:cNvPr id="13" name="Freihand 12">
                  <a:extLst>
                    <a:ext uri="{FF2B5EF4-FFF2-40B4-BE49-F238E27FC236}">
                      <a16:creationId xmlns:a16="http://schemas.microsoft.com/office/drawing/2014/main" id="{0F0A6743-5685-7EF1-88A2-285D2C14527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088560" y="4507491"/>
                  <a:ext cx="275400" cy="191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16" name="Freihand 15">
                <a:extLst>
                  <a:ext uri="{FF2B5EF4-FFF2-40B4-BE49-F238E27FC236}">
                    <a16:creationId xmlns:a16="http://schemas.microsoft.com/office/drawing/2014/main" id="{122C9F82-5DE9-0DFB-47ED-6C95F489E987}"/>
                  </a:ext>
                </a:extLst>
              </p14:cNvPr>
              <p14:cNvContentPartPr/>
              <p14:nvPr/>
            </p14:nvContentPartPr>
            <p14:xfrm>
              <a:off x="2077440" y="1590411"/>
              <a:ext cx="2690280" cy="805680"/>
            </p14:xfrm>
          </p:contentPart>
        </mc:Choice>
        <mc:Fallback>
          <p:pic>
            <p:nvPicPr>
              <p:cNvPr id="16" name="Freihand 15">
                <a:extLst>
                  <a:ext uri="{FF2B5EF4-FFF2-40B4-BE49-F238E27FC236}">
                    <a16:creationId xmlns:a16="http://schemas.microsoft.com/office/drawing/2014/main" id="{122C9F82-5DE9-0DFB-47ED-6C95F489E987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071320" y="1584291"/>
                <a:ext cx="2702520" cy="81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07A4A003-93D2-2A3E-B743-805F73332D3D}"/>
              </a:ext>
            </a:extLst>
          </p:cNvPr>
          <p:cNvGrpSpPr/>
          <p:nvPr/>
        </p:nvGrpSpPr>
        <p:grpSpPr>
          <a:xfrm>
            <a:off x="4760520" y="874011"/>
            <a:ext cx="2495880" cy="974160"/>
            <a:chOff x="4760520" y="874011"/>
            <a:chExt cx="2495880" cy="974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7" name="Freihand 16">
                  <a:extLst>
                    <a:ext uri="{FF2B5EF4-FFF2-40B4-BE49-F238E27FC236}">
                      <a16:creationId xmlns:a16="http://schemas.microsoft.com/office/drawing/2014/main" id="{0FA0F1C5-790B-9C21-E90C-59E9E6BDA513}"/>
                    </a:ext>
                  </a:extLst>
                </p14:cNvPr>
                <p14:cNvContentPartPr/>
                <p14:nvPr/>
              </p14:nvContentPartPr>
              <p14:xfrm>
                <a:off x="4760520" y="892731"/>
                <a:ext cx="1241640" cy="955440"/>
              </p14:xfrm>
            </p:contentPart>
          </mc:Choice>
          <mc:Fallback>
            <p:pic>
              <p:nvPicPr>
                <p:cNvPr id="17" name="Freihand 16">
                  <a:extLst>
                    <a:ext uri="{FF2B5EF4-FFF2-40B4-BE49-F238E27FC236}">
                      <a16:creationId xmlns:a16="http://schemas.microsoft.com/office/drawing/2014/main" id="{0FA0F1C5-790B-9C21-E90C-59E9E6BDA51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754400" y="886611"/>
                  <a:ext cx="1253880" cy="9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8" name="Freihand 17">
                  <a:extLst>
                    <a:ext uri="{FF2B5EF4-FFF2-40B4-BE49-F238E27FC236}">
                      <a16:creationId xmlns:a16="http://schemas.microsoft.com/office/drawing/2014/main" id="{808F118D-DE2C-B80F-C9FE-D03B7620B656}"/>
                    </a:ext>
                  </a:extLst>
                </p14:cNvPr>
                <p14:cNvContentPartPr/>
                <p14:nvPr/>
              </p14:nvContentPartPr>
              <p14:xfrm>
                <a:off x="6073440" y="930891"/>
                <a:ext cx="342720" cy="3600"/>
              </p14:xfrm>
            </p:contentPart>
          </mc:Choice>
          <mc:Fallback>
            <p:pic>
              <p:nvPicPr>
                <p:cNvPr id="18" name="Freihand 17">
                  <a:extLst>
                    <a:ext uri="{FF2B5EF4-FFF2-40B4-BE49-F238E27FC236}">
                      <a16:creationId xmlns:a16="http://schemas.microsoft.com/office/drawing/2014/main" id="{808F118D-DE2C-B80F-C9FE-D03B7620B65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067320" y="924771"/>
                  <a:ext cx="354960" cy="1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1" name="Freihand 20">
                  <a:extLst>
                    <a:ext uri="{FF2B5EF4-FFF2-40B4-BE49-F238E27FC236}">
                      <a16:creationId xmlns:a16="http://schemas.microsoft.com/office/drawing/2014/main" id="{4EC25E7E-3E5D-187D-97D5-80D47233636F}"/>
                    </a:ext>
                  </a:extLst>
                </p14:cNvPr>
                <p14:cNvContentPartPr/>
                <p14:nvPr/>
              </p14:nvContentPartPr>
              <p14:xfrm>
                <a:off x="6741240" y="922971"/>
                <a:ext cx="515160" cy="28080"/>
              </p14:xfrm>
            </p:contentPart>
          </mc:Choice>
          <mc:Fallback>
            <p:pic>
              <p:nvPicPr>
                <p:cNvPr id="21" name="Freihand 20">
                  <a:extLst>
                    <a:ext uri="{FF2B5EF4-FFF2-40B4-BE49-F238E27FC236}">
                      <a16:creationId xmlns:a16="http://schemas.microsoft.com/office/drawing/2014/main" id="{4EC25E7E-3E5D-187D-97D5-80D47233636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35120" y="916851"/>
                  <a:ext cx="5274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4" name="Freihand 23">
                  <a:extLst>
                    <a:ext uri="{FF2B5EF4-FFF2-40B4-BE49-F238E27FC236}">
                      <a16:creationId xmlns:a16="http://schemas.microsoft.com/office/drawing/2014/main" id="{EECD7C6E-7DA6-8560-BA4D-C6F544241447}"/>
                    </a:ext>
                  </a:extLst>
                </p14:cNvPr>
                <p14:cNvContentPartPr/>
                <p14:nvPr/>
              </p14:nvContentPartPr>
              <p14:xfrm>
                <a:off x="5894880" y="874011"/>
                <a:ext cx="102600" cy="145440"/>
              </p14:xfrm>
            </p:contentPart>
          </mc:Choice>
          <mc:Fallback>
            <p:pic>
              <p:nvPicPr>
                <p:cNvPr id="24" name="Freihand 23">
                  <a:extLst>
                    <a:ext uri="{FF2B5EF4-FFF2-40B4-BE49-F238E27FC236}">
                      <a16:creationId xmlns:a16="http://schemas.microsoft.com/office/drawing/2014/main" id="{EECD7C6E-7DA6-8560-BA4D-C6F544241447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888760" y="867891"/>
                  <a:ext cx="11484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7" name="Freihand 26">
                  <a:extLst>
                    <a:ext uri="{FF2B5EF4-FFF2-40B4-BE49-F238E27FC236}">
                      <a16:creationId xmlns:a16="http://schemas.microsoft.com/office/drawing/2014/main" id="{9B3D0934-9E9B-F847-72A1-9D4BCEC54285}"/>
                    </a:ext>
                  </a:extLst>
                </p14:cNvPr>
                <p14:cNvContentPartPr/>
                <p14:nvPr/>
              </p14:nvContentPartPr>
              <p14:xfrm>
                <a:off x="6416520" y="936291"/>
                <a:ext cx="121320" cy="6480"/>
              </p14:xfrm>
            </p:contentPart>
          </mc:Choice>
          <mc:Fallback>
            <p:pic>
              <p:nvPicPr>
                <p:cNvPr id="27" name="Freihand 26">
                  <a:extLst>
                    <a:ext uri="{FF2B5EF4-FFF2-40B4-BE49-F238E27FC236}">
                      <a16:creationId xmlns:a16="http://schemas.microsoft.com/office/drawing/2014/main" id="{9B3D0934-9E9B-F847-72A1-9D4BCEC5428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6410400" y="930171"/>
                  <a:ext cx="133560" cy="187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30" name="Textfeld 29">
            <a:extLst>
              <a:ext uri="{FF2B5EF4-FFF2-40B4-BE49-F238E27FC236}">
                <a16:creationId xmlns:a16="http://schemas.microsoft.com/office/drawing/2014/main" id="{015B81BD-D1A1-F4E6-4787-86210CDEF2B1}"/>
              </a:ext>
            </a:extLst>
          </p:cNvPr>
          <p:cNvSpPr txBox="1"/>
          <p:nvPr/>
        </p:nvSpPr>
        <p:spPr>
          <a:xfrm>
            <a:off x="10111675" y="2708045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FF0000"/>
                </a:solidFill>
              </a:rPr>
              <a:t>Redundant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831A30C8-AD85-D4EE-A4F5-95E4133011F2}"/>
              </a:ext>
            </a:extLst>
          </p:cNvPr>
          <p:cNvSpPr txBox="1"/>
          <p:nvPr/>
        </p:nvSpPr>
        <p:spPr>
          <a:xfrm>
            <a:off x="3533596" y="329373"/>
            <a:ext cx="1285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FF0000"/>
                </a:solidFill>
              </a:rPr>
              <a:t>Redundant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3">
            <p14:nvContentPartPr>
              <p14:cNvPr id="32" name="Freihand 31">
                <a:extLst>
                  <a:ext uri="{FF2B5EF4-FFF2-40B4-BE49-F238E27FC236}">
                    <a16:creationId xmlns:a16="http://schemas.microsoft.com/office/drawing/2014/main" id="{8F9BAA2F-5C29-A2FE-19E9-2AB4237E6E34}"/>
                  </a:ext>
                </a:extLst>
              </p14:cNvPr>
              <p14:cNvContentPartPr/>
              <p14:nvPr/>
            </p14:nvContentPartPr>
            <p14:xfrm>
              <a:off x="3495480" y="816411"/>
              <a:ext cx="706680" cy="245520"/>
            </p14:xfrm>
          </p:contentPart>
        </mc:Choice>
        <mc:Fallback>
          <p:pic>
            <p:nvPicPr>
              <p:cNvPr id="32" name="Freihand 31">
                <a:extLst>
                  <a:ext uri="{FF2B5EF4-FFF2-40B4-BE49-F238E27FC236}">
                    <a16:creationId xmlns:a16="http://schemas.microsoft.com/office/drawing/2014/main" id="{8F9BAA2F-5C29-A2FE-19E9-2AB4237E6E34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3489360" y="810291"/>
                <a:ext cx="718920" cy="257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5">
            <p14:nvContentPartPr>
              <p14:cNvPr id="33" name="Freihand 32">
                <a:extLst>
                  <a:ext uri="{FF2B5EF4-FFF2-40B4-BE49-F238E27FC236}">
                    <a16:creationId xmlns:a16="http://schemas.microsoft.com/office/drawing/2014/main" id="{E63F9068-16C2-22C2-B85A-E19996233444}"/>
                  </a:ext>
                </a:extLst>
              </p14:cNvPr>
              <p14:cNvContentPartPr/>
              <p14:nvPr/>
            </p14:nvContentPartPr>
            <p14:xfrm>
              <a:off x="3894000" y="2604891"/>
              <a:ext cx="3533760" cy="581040"/>
            </p14:xfrm>
          </p:contentPart>
        </mc:Choice>
        <mc:Fallback>
          <p:pic>
            <p:nvPicPr>
              <p:cNvPr id="33" name="Freihand 32">
                <a:extLst>
                  <a:ext uri="{FF2B5EF4-FFF2-40B4-BE49-F238E27FC236}">
                    <a16:creationId xmlns:a16="http://schemas.microsoft.com/office/drawing/2014/main" id="{E63F9068-16C2-22C2-B85A-E19996233444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3887880" y="2598771"/>
                <a:ext cx="3546000" cy="593280"/>
              </a:xfrm>
              <a:prstGeom prst="rect">
                <a:avLst/>
              </a:prstGeom>
            </p:spPr>
          </p:pic>
        </mc:Fallback>
      </mc:AlternateContent>
      <p:sp>
        <p:nvSpPr>
          <p:cNvPr id="34" name="Textfeld 33">
            <a:extLst>
              <a:ext uri="{FF2B5EF4-FFF2-40B4-BE49-F238E27FC236}">
                <a16:creationId xmlns:a16="http://schemas.microsoft.com/office/drawing/2014/main" id="{C2EB9CBB-1A36-2814-542C-0F45C6B7E840}"/>
              </a:ext>
            </a:extLst>
          </p:cNvPr>
          <p:cNvSpPr txBox="1"/>
          <p:nvPr/>
        </p:nvSpPr>
        <p:spPr>
          <a:xfrm>
            <a:off x="4880419" y="1711039"/>
            <a:ext cx="3071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FF0000"/>
                </a:solidFill>
              </a:rPr>
              <a:t>verschieben in die </a:t>
            </a:r>
            <a:r>
              <a:rPr lang="de-DE" dirty="0" err="1">
                <a:solidFill>
                  <a:srgbClr val="FF0000"/>
                </a:solidFill>
              </a:rPr>
              <a:t>Navileiste</a:t>
            </a:r>
            <a:endParaRPr lang="de-DE" dirty="0">
              <a:solidFill>
                <a:srgbClr val="FF0000"/>
              </a:solidFill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DBB4320D-3A75-31EA-9C1C-F0AAC831560A}"/>
              </a:ext>
            </a:extLst>
          </p:cNvPr>
          <p:cNvSpPr txBox="1"/>
          <p:nvPr/>
        </p:nvSpPr>
        <p:spPr>
          <a:xfrm>
            <a:off x="96115" y="4807845"/>
            <a:ext cx="218989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>
                <a:solidFill>
                  <a:srgbClr val="FF0000"/>
                </a:solidFill>
              </a:rPr>
              <a:t>Klareres Schriftbild, </a:t>
            </a:r>
          </a:p>
          <a:p>
            <a:r>
              <a:rPr lang="de-DE" dirty="0">
                <a:solidFill>
                  <a:srgbClr val="FF0000"/>
                </a:solidFill>
              </a:rPr>
              <a:t>mehr Kontrast</a:t>
            </a:r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8F567D13-1714-7CB6-965C-973851E843B6}"/>
              </a:ext>
            </a:extLst>
          </p:cNvPr>
          <p:cNvGrpSpPr/>
          <p:nvPr/>
        </p:nvGrpSpPr>
        <p:grpSpPr>
          <a:xfrm>
            <a:off x="728880" y="1066971"/>
            <a:ext cx="2544120" cy="3726360"/>
            <a:chOff x="728880" y="1066971"/>
            <a:chExt cx="2544120" cy="3726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8" name="Freihand 7">
                  <a:extLst>
                    <a:ext uri="{FF2B5EF4-FFF2-40B4-BE49-F238E27FC236}">
                      <a16:creationId xmlns:a16="http://schemas.microsoft.com/office/drawing/2014/main" id="{8F52BC89-B3F8-842D-CF55-971DC8F8F20C}"/>
                    </a:ext>
                  </a:extLst>
                </p14:cNvPr>
                <p14:cNvContentPartPr/>
                <p14:nvPr/>
              </p14:nvContentPartPr>
              <p14:xfrm>
                <a:off x="1437360" y="1066971"/>
                <a:ext cx="1835640" cy="3495240"/>
              </p14:xfrm>
            </p:contentPart>
          </mc:Choice>
          <mc:Fallback>
            <p:pic>
              <p:nvPicPr>
                <p:cNvPr id="8" name="Freihand 7">
                  <a:extLst>
                    <a:ext uri="{FF2B5EF4-FFF2-40B4-BE49-F238E27FC236}">
                      <a16:creationId xmlns:a16="http://schemas.microsoft.com/office/drawing/2014/main" id="{8F52BC89-B3F8-842D-CF55-971DC8F8F20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431240" y="1060851"/>
                  <a:ext cx="1847880" cy="350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9" name="Freihand 8">
                  <a:extLst>
                    <a:ext uri="{FF2B5EF4-FFF2-40B4-BE49-F238E27FC236}">
                      <a16:creationId xmlns:a16="http://schemas.microsoft.com/office/drawing/2014/main" id="{C5A3652F-41EE-5E01-35C5-B916483004E4}"/>
                    </a:ext>
                  </a:extLst>
                </p14:cNvPr>
                <p14:cNvContentPartPr/>
                <p14:nvPr/>
              </p14:nvContentPartPr>
              <p14:xfrm>
                <a:off x="2123160" y="4383291"/>
                <a:ext cx="280440" cy="236520"/>
              </p14:xfrm>
            </p:contentPart>
          </mc:Choice>
          <mc:Fallback>
            <p:pic>
              <p:nvPicPr>
                <p:cNvPr id="9" name="Freihand 8">
                  <a:extLst>
                    <a:ext uri="{FF2B5EF4-FFF2-40B4-BE49-F238E27FC236}">
                      <a16:creationId xmlns:a16="http://schemas.microsoft.com/office/drawing/2014/main" id="{C5A3652F-41EE-5E01-35C5-B916483004E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2117040" y="4377171"/>
                  <a:ext cx="29268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36" name="Freihand 35">
                  <a:extLst>
                    <a:ext uri="{FF2B5EF4-FFF2-40B4-BE49-F238E27FC236}">
                      <a16:creationId xmlns:a16="http://schemas.microsoft.com/office/drawing/2014/main" id="{45F60C55-A0C8-99E9-555F-D09B1E0814DC}"/>
                    </a:ext>
                  </a:extLst>
                </p14:cNvPr>
                <p14:cNvContentPartPr/>
                <p14:nvPr/>
              </p14:nvContentPartPr>
              <p14:xfrm>
                <a:off x="728880" y="3818091"/>
                <a:ext cx="1785240" cy="975240"/>
              </p14:xfrm>
            </p:contentPart>
          </mc:Choice>
          <mc:Fallback>
            <p:pic>
              <p:nvPicPr>
                <p:cNvPr id="36" name="Freihand 35">
                  <a:extLst>
                    <a:ext uri="{FF2B5EF4-FFF2-40B4-BE49-F238E27FC236}">
                      <a16:creationId xmlns:a16="http://schemas.microsoft.com/office/drawing/2014/main" id="{45F60C55-A0C8-99E9-555F-D09B1E0814D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22760" y="3811971"/>
                  <a:ext cx="1797480" cy="9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7" name="Freihand 36">
                  <a:extLst>
                    <a:ext uri="{FF2B5EF4-FFF2-40B4-BE49-F238E27FC236}">
                      <a16:creationId xmlns:a16="http://schemas.microsoft.com/office/drawing/2014/main" id="{DF3A10C2-4520-51A9-1DCC-9B99B25E3688}"/>
                    </a:ext>
                  </a:extLst>
                </p14:cNvPr>
                <p14:cNvContentPartPr/>
                <p14:nvPr/>
              </p14:nvContentPartPr>
              <p14:xfrm>
                <a:off x="2263200" y="3801891"/>
                <a:ext cx="251280" cy="25920"/>
              </p14:xfrm>
            </p:contentPart>
          </mc:Choice>
          <mc:Fallback>
            <p:pic>
              <p:nvPicPr>
                <p:cNvPr id="37" name="Freihand 36">
                  <a:extLst>
                    <a:ext uri="{FF2B5EF4-FFF2-40B4-BE49-F238E27FC236}">
                      <a16:creationId xmlns:a16="http://schemas.microsoft.com/office/drawing/2014/main" id="{DF3A10C2-4520-51A9-1DCC-9B99B25E368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2257080" y="3795771"/>
                  <a:ext cx="26352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8" name="Freihand 37">
                  <a:extLst>
                    <a:ext uri="{FF2B5EF4-FFF2-40B4-BE49-F238E27FC236}">
                      <a16:creationId xmlns:a16="http://schemas.microsoft.com/office/drawing/2014/main" id="{2EB90308-2AD5-8FA2-6116-BF693093B8AE}"/>
                    </a:ext>
                  </a:extLst>
                </p14:cNvPr>
                <p14:cNvContentPartPr/>
                <p14:nvPr/>
              </p14:nvContentPartPr>
              <p14:xfrm>
                <a:off x="2327280" y="3835371"/>
                <a:ext cx="172800" cy="84240"/>
              </p14:xfrm>
            </p:contentPart>
          </mc:Choice>
          <mc:Fallback>
            <p:pic>
              <p:nvPicPr>
                <p:cNvPr id="38" name="Freihand 37">
                  <a:extLst>
                    <a:ext uri="{FF2B5EF4-FFF2-40B4-BE49-F238E27FC236}">
                      <a16:creationId xmlns:a16="http://schemas.microsoft.com/office/drawing/2014/main" id="{2EB90308-2AD5-8FA2-6116-BF693093B8A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2321160" y="3829251"/>
                  <a:ext cx="185040" cy="96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75433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5D1832FB-2023-4B07-CC24-C869E3549F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80427"/>
            <a:ext cx="7772400" cy="6097145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C5F579F0-6784-06DB-72AC-28006FD50AB6}"/>
              </a:ext>
            </a:extLst>
          </p:cNvPr>
          <p:cNvSpPr txBox="1"/>
          <p:nvPr/>
        </p:nvSpPr>
        <p:spPr>
          <a:xfrm>
            <a:off x="0" y="30191"/>
            <a:ext cx="2549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Startseite Administrator</a:t>
            </a:r>
          </a:p>
        </p:txBody>
      </p:sp>
    </p:spTree>
    <p:extLst>
      <p:ext uri="{BB962C8B-B14F-4D97-AF65-F5344CB8AC3E}">
        <p14:creationId xmlns:p14="http://schemas.microsoft.com/office/powerpoint/2010/main" val="38589871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7EC097E0-187E-2098-354A-60148E99B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86749"/>
            <a:ext cx="7772400" cy="6284501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7047FA36-3731-EA68-A488-CAC693E3B0A5}"/>
              </a:ext>
            </a:extLst>
          </p:cNvPr>
          <p:cNvSpPr txBox="1"/>
          <p:nvPr/>
        </p:nvSpPr>
        <p:spPr>
          <a:xfrm>
            <a:off x="0" y="30191"/>
            <a:ext cx="2397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Startseite Projektleiter</a:t>
            </a:r>
          </a:p>
        </p:txBody>
      </p:sp>
    </p:spTree>
    <p:extLst>
      <p:ext uri="{BB962C8B-B14F-4D97-AF65-F5344CB8AC3E}">
        <p14:creationId xmlns:p14="http://schemas.microsoft.com/office/powerpoint/2010/main" val="32675177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42619A76-62A7-2F06-D8AF-2EE9DE915C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39615"/>
            <a:ext cx="7772400" cy="5978769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E7E3CA88-095D-7A0B-145A-A1076B924F24}"/>
              </a:ext>
            </a:extLst>
          </p:cNvPr>
          <p:cNvSpPr txBox="1"/>
          <p:nvPr/>
        </p:nvSpPr>
        <p:spPr>
          <a:xfrm>
            <a:off x="0" y="30191"/>
            <a:ext cx="138691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Projektleiter</a:t>
            </a:r>
          </a:p>
          <a:p>
            <a:r>
              <a:rPr lang="de-DE" dirty="0"/>
              <a:t>Mein Status</a:t>
            </a:r>
          </a:p>
        </p:txBody>
      </p:sp>
    </p:spTree>
    <p:extLst>
      <p:ext uri="{BB962C8B-B14F-4D97-AF65-F5344CB8AC3E}">
        <p14:creationId xmlns:p14="http://schemas.microsoft.com/office/powerpoint/2010/main" val="3554777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</Words>
  <Application>Microsoft Macintosh PowerPoint</Application>
  <PresentationFormat>Breitbild</PresentationFormat>
  <Paragraphs>10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Ditscherlein</dc:creator>
  <cp:lastModifiedBy>Martin Ditscherlein</cp:lastModifiedBy>
  <cp:revision>3</cp:revision>
  <dcterms:created xsi:type="dcterms:W3CDTF">2026-04-27T06:28:03Z</dcterms:created>
  <dcterms:modified xsi:type="dcterms:W3CDTF">2026-04-27T07:32:47Z</dcterms:modified>
</cp:coreProperties>
</file>