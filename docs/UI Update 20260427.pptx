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72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BDCDBF-980C-9325-B6DE-DEEA74993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00F7E97-4FBD-E083-E93A-B219E4AE8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EC02D7-C0BD-425E-8D10-1E5185861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051C-628B-7842-B2FD-C6C58B137639}" type="datetimeFigureOut">
              <a:rPr lang="de-DE" smtClean="0"/>
              <a:t>27.04.26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F8462B-91D9-F500-6F08-7823CB312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AA5F1B-97DD-7A78-C4F8-9B12592C4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D45F6-1140-794B-BD60-BC93C50DD0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3745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C85E67-F186-10DD-D1B9-E91EDD96D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E3B30F-0CA0-7930-7C93-91BCF391B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A4AA87-E342-3F40-F728-446E2A0AA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051C-628B-7842-B2FD-C6C58B137639}" type="datetimeFigureOut">
              <a:rPr lang="de-DE" smtClean="0"/>
              <a:t>27.04.26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3F9F6F-BC3A-B056-B1C0-0EF36EDE3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767196-922E-AF0B-E8E3-74CDD2EE6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D45F6-1140-794B-BD60-BC93C50DD0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543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5A2585-24A7-3D8A-7D2F-6288132F0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A661C3-B870-F4C1-3A0E-F93295046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368EB8-424D-6D61-8F2F-94125ACEE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051C-628B-7842-B2FD-C6C58B137639}" type="datetimeFigureOut">
              <a:rPr lang="de-DE" smtClean="0"/>
              <a:t>27.04.26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A0FDF6-9F94-EFFF-B44C-3870E32B6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DD753D-72A2-B4FF-FC08-C677ED287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D45F6-1140-794B-BD60-BC93C50DD0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3622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8A6839-85EE-C8DD-3006-3A8172335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AB1C05-AB92-0A8A-9E2F-10AB96F2F9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474060D-4789-0BEF-EE18-2818713B0A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2576258-B047-64AB-D6B7-E41FC5C3C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051C-628B-7842-B2FD-C6C58B137639}" type="datetimeFigureOut">
              <a:rPr lang="de-DE" smtClean="0"/>
              <a:t>27.04.26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CF6377-C30C-FB42-AF08-5291FB704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64C0C62-3C7C-7B8F-9418-29645B91F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D45F6-1140-794B-BD60-BC93C50DD0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8759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45449-CC60-A1BF-70D3-C24F6ABE6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793E71-11E6-F384-521F-BFC3645E4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678E521-F393-8C20-D09F-1A21D2AB22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3A5A9AA-CA4D-5AFC-9F0D-9476D69CF6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211281C-FE70-A5FA-9295-8D35B69945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2CFB3D9-778C-F1AF-F1B5-65FF74743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051C-628B-7842-B2FD-C6C58B137639}" type="datetimeFigureOut">
              <a:rPr lang="de-DE" smtClean="0"/>
              <a:t>27.04.26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0562303-0355-9B3A-32D3-6D859C602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B7FB163-163E-F057-E4AF-BF81487D5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D45F6-1140-794B-BD60-BC93C50DD0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7429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61725B-499E-8AF9-E9FC-EA574A1AF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62B44D5-5CB8-C0FE-1803-B107D4D9A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051C-628B-7842-B2FD-C6C58B137639}" type="datetimeFigureOut">
              <a:rPr lang="de-DE" smtClean="0"/>
              <a:t>27.04.26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534F0F5-A2F9-C21A-4B9E-06329636B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B53CC24-7C00-6A18-0EAD-EDF0EF2DB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D45F6-1140-794B-BD60-BC93C50DD0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0566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61BFAC1-D9DF-8BA3-9D7A-6B09C08A1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051C-628B-7842-B2FD-C6C58B137639}" type="datetimeFigureOut">
              <a:rPr lang="de-DE" smtClean="0"/>
              <a:t>27.04.26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BBCA622-F518-BE73-CC68-752707B9E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3AC1DB5-44EA-1E3E-ECB4-CABA53961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D45F6-1140-794B-BD60-BC93C50DD0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4958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BE461A-675B-0AF1-474D-4B1C7587C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312345-68E2-7EEE-B880-D691E8B94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56E9DF6-C508-7812-521D-F2E22DA4C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48EF4A0-00B1-F85A-2762-326D88FFC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051C-628B-7842-B2FD-C6C58B137639}" type="datetimeFigureOut">
              <a:rPr lang="de-DE" smtClean="0"/>
              <a:t>27.04.26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9FCBADA-4B1B-08FB-0B78-4C07A6DD0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D4CE9D-AF85-067E-D93B-19981BB70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D45F6-1140-794B-BD60-BC93C50DD0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5956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B2FB7D-838A-791B-C048-EFB85C080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D691406-B568-34E0-BFBF-C0AF473C67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B61D126-FA01-69BF-72A4-062A835F1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91A9ABF-7291-E34D-AAD9-4A7B7971F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051C-628B-7842-B2FD-C6C58B137639}" type="datetimeFigureOut">
              <a:rPr lang="de-DE" smtClean="0"/>
              <a:t>27.04.26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4CDF33F-04F8-B13D-5571-1C2DFB8C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B950708-1850-35DB-5987-4B9047A3B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D45F6-1140-794B-BD60-BC93C50DD0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1712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00FC63-B2B4-51AC-8F1D-50CBB80ED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E770225-53CB-E43E-4296-4A78E28A0E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B4C401-DBED-E78F-4861-59DF9B0C3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051C-628B-7842-B2FD-C6C58B137639}" type="datetimeFigureOut">
              <a:rPr lang="de-DE" smtClean="0"/>
              <a:t>27.04.26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E004F2-294D-E5C4-270B-BE60B9CE9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C3CD9F-563C-DB28-C20A-883985EF7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D45F6-1140-794B-BD60-BC93C50DD0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1126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D11C10C-3D0A-4816-20CF-684A29E6A1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26156ED-DA70-E922-1559-AD66DC381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32F658-D963-0979-A962-D63CAF063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051C-628B-7842-B2FD-C6C58B137639}" type="datetimeFigureOut">
              <a:rPr lang="de-DE" smtClean="0"/>
              <a:t>27.04.26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6FD2EF-70F1-4B85-1DBB-6B18941DB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F47153-98A0-01C9-464B-8B0AFAB8E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D45F6-1140-794B-BD60-BC93C50DD0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9660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7E2C818-9DB0-EC2F-554E-961E0DE91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CB17749-BC01-738F-B64B-71F759177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B67526-AA03-F903-1115-F95419DBB0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24051C-628B-7842-B2FD-C6C58B137639}" type="datetimeFigureOut">
              <a:rPr lang="de-DE" smtClean="0"/>
              <a:t>27.04.26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E1AE1F-BEDF-BE3E-AEBA-FE13340067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CC55DF-C4CA-D551-58CF-9FB7FC12EC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4D45F6-1140-794B-BD60-BC93C50DD0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664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EA4F682F-0CBA-4E42-1B79-0A7866213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99523"/>
            <a:ext cx="7772400" cy="6058953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AF0D5750-04EB-E34D-1B86-799C481EDF4C}"/>
              </a:ext>
            </a:extLst>
          </p:cNvPr>
          <p:cNvSpPr txBox="1"/>
          <p:nvPr/>
        </p:nvSpPr>
        <p:spPr>
          <a:xfrm>
            <a:off x="0" y="30191"/>
            <a:ext cx="2286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Startseite Mitarbeiter</a:t>
            </a:r>
          </a:p>
        </p:txBody>
      </p:sp>
    </p:spTree>
    <p:extLst>
      <p:ext uri="{BB962C8B-B14F-4D97-AF65-F5344CB8AC3E}">
        <p14:creationId xmlns:p14="http://schemas.microsoft.com/office/powerpoint/2010/main" val="4275433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Macintosh PowerPoint</Application>
  <PresentationFormat>Breitbild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Ditscherlein</dc:creator>
  <cp:lastModifiedBy>Martin Ditscherlein</cp:lastModifiedBy>
  <cp:revision>1</cp:revision>
  <dcterms:created xsi:type="dcterms:W3CDTF">2026-04-27T06:28:03Z</dcterms:created>
  <dcterms:modified xsi:type="dcterms:W3CDTF">2026-04-27T06:29:57Z</dcterms:modified>
</cp:coreProperties>
</file>