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01"/>
    <p:restoredTop sz="94677"/>
  </p:normalViewPr>
  <p:slideViewPr>
    <p:cSldViewPr snapToGrid="0">
      <p:cViewPr varScale="1">
        <p:scale>
          <a:sx n="124" d="100"/>
          <a:sy n="124" d="100"/>
        </p:scale>
        <p:origin x="3176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9:49:24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8130 0 24575,'-4'0'0,"-1"2"0,-1 1 0,-16 8 0,-27 28 0,3-10 0,-6 6-1772,-16 17 1,-3 6 1771,19-18 0,-1 1 0,-3 4-692,-19 16 1,-3 5 0,2 0 691,13-8 0,2 0 0,-2 1-1050,5-8 0,-1 1 0,-1 0 0,4 0 1050,-5 10 0,3-1 0,0-1 0,3-2 0,0 0 0,1 0-755,-1 3 1,0 1-1,2-1 755,3-3 0,2 0 0,-1-1-62,-2 1 0,0-1 0,-1 0 62,1-3 0,0 0 0,0 1 0,2 1 0,0 2 0,1-1 0,0-3 0,0 0 0,0 1 0,0 3 0,1 2 0,0 0 0,1 0 0,1 1 0,-1-1 0,2 0 0,-1 0 0,-3 3 0,0 1 0,-3 3 0,-1 1 0,3-4 0,-2 4 0,3-4 0,-3 3 0,2-5 0,-3 3 0,0 0 0,4-4 0,0 2 0,4-4 0,-1 0 0,-2 1 0,0 0 0,-1 1 0,-7 9 0,-2 2 0,2-3 0,8-11 0,0-2 0,0 0 0,-7 7 0,-2 2 0,4-5 293,-5 6 1,2-3-294,-4 1 0,1-1 0,7-5 0,-1 2 0,7-9 0,-2 2 0,1-1 0,-9 16 0,1 1 0,10-14 0,-1 2 0,1-1 0,-8 14 0,1-2 0,-1 2 0,0-1 0,0 0 0,0 0 0,0 4 0,0 0 941,-5 2 0,1 0-941,3 3 0,0 0 0,13-24 0,-2-1 0,2 0 0,-13 21 0,0 0 0,-8 6 0,0-3 0,10-11 0,-3 0 0,2-7 0,-4 3 0,3-4 0,-8 7 0,1-1 568,7-13 1,-2 1 0,2-2-569,-12 10 0,3-3 0,2-1 0,0-1 342,-8 1 1,0 1-343,8 1 0,0 0 0,-4-6 0,1 0 0,8 1 0,2 1 0,-5 0 0,0-1 0,9-3 0,-1 0 0,-7 3 0,-1 2 0,-7 8 0,1 0 0,11-10 0,2-2 433,-3 2 1,4-1-434,16-11 0,3-4 2067,-15 16-2067,0 7 1516,15-13-1516,-2-6 2057,4 4-2057,7-22 900,-2 10-900,14-23 0,2 3 0,-3 1 0,6-4 0,-6 4 0,3 9 0,-2-11 0,-1 10 0,6-15 0,-1 0 0,6-5 0,-2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6CDD8-0E3A-19DA-7A1C-7F152F880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1B1E52-1ED9-E6B3-1DD1-94690B6CA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CA5F8E-F3D5-19D8-8913-81ACDBFE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084CE1-CCDF-A367-FD3D-E68B46E2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AD13DB-0514-6FD7-3AC9-3197D92F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375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A68D2-894E-E0F9-0863-545C5642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C5C7C-8E01-390C-20EF-D1387210C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06D564-5630-F3E1-A9D6-88975FE2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DF802-7510-F645-AA78-CEC7E38E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B37E21-FB34-1C82-047B-D0B27F18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31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7CFE7-A260-850B-5527-10895085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252A28-9770-7E75-DA13-6A3F4C0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65ED43-E8C1-E791-82EF-5C6BA899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E27640-7FC1-6117-EE57-858F881B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59ACC6-C7C4-F6C1-022D-6957D920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45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FBF6E-7D2C-1D1A-6135-9E931BCB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B0C9CA-F8F2-054A-B2C4-C115BBC39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03CA7D-6EAB-F3E0-D5AC-0C895209D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D0A5B3-4549-D3CB-9BF5-6D0C9B28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4581F6-5CE2-D939-A7C9-2C6C382D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74AC43-B7BE-303E-25B6-EC9E800F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90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2638D-DCBF-FF38-B9E2-71FD7A77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8AC93B-3A6C-0410-0C99-69CD30CD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7BDD752-E3BF-4E29-9B8F-4FD6F0E90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E66F5E-A9F3-2004-433B-9A2EA8180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A408F0-2ADB-72D3-1C57-6E038DF92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F62605-4B2D-FBEB-FCBF-E0639922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EA093A-18BC-E89A-33C1-A988D28C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CE2779-B136-CD19-2094-C61E7F77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60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2CC0F-93B5-DFE5-695D-8DD73104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D980C2-5564-B1AE-634C-FC8BECD3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4ECEA4-ABB5-73CB-BC63-C5853A63D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91F2AE-0BBB-DF13-6787-F7F6BDAE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384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E0DC5D-7171-94BE-E15A-E17CEA24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4D2ECB-BBF5-2C34-DB11-F56EAE69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07E3AF-C47D-DF14-AE4B-644E764B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974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D3F996-C66E-0A4B-B38B-C52B16CB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784C40-69E2-7708-1161-61BC5D1F0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57CA40-B23B-9358-0890-77DA92B93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5AFBA4-B2E1-D682-25BD-3336A552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5C5071-B15C-4469-8878-15330BB4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47A98F-1A82-0D28-FD5F-73A10018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312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21545-6508-FE14-73EE-52965EC20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BB34D3-AFF5-EA2B-6D39-301838670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8400E4-5700-5B9C-C2B6-1BF63EC56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04F797-A4E1-0ED6-3B71-33D351220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6A140A-2717-4FA1-00E0-F16EBB48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B8ED26-C8E5-1162-DB47-EC7E285D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76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4789BF-E48F-9A0B-85DA-5140E8D7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40ABC3-BB54-31BE-7171-534AD02B9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2CD7D7-2A30-EEF9-809A-AF807F60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1D5F40-1D9E-9FAD-6530-C5CFD733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E5DF8B-C5E5-9F11-28D4-F0726B41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76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183B0AB-EDD2-1E5E-1EC2-53C3B9916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F96099-C878-8B8C-72BC-51C3D5E24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41E215-AD91-B5DB-2B3F-7A015B46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A47033-691C-F12F-BE14-89C33C55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2CCF0F-713D-BDC0-DDEA-31A3E558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24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3844C2A-DBE2-7E47-EC4E-FE1AB359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000B9E-0F9C-624F-3F45-17995667D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180705-B395-235B-C217-F057F3648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10CE8-32B2-E846-A5A2-AE8653304327}" type="datetimeFigureOut">
              <a:rPr lang="de-DE" smtClean="0"/>
              <a:t>07.05.26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2CA689-81FC-0C1C-9156-FD00BD4AE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9BDF59-9204-72AE-ADFE-71BF4C891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F1048-3858-B649-B093-B9571ECBFC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8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2753236B-ADB0-51E0-B803-71020AFCE0D9}"/>
              </a:ext>
            </a:extLst>
          </p:cNvPr>
          <p:cNvSpPr/>
          <p:nvPr/>
        </p:nvSpPr>
        <p:spPr>
          <a:xfrm>
            <a:off x="2831533" y="2584717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Firmen A Cockpit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BBF6B44B-037B-D057-4404-36DCF18C25CE}"/>
              </a:ext>
            </a:extLst>
          </p:cNvPr>
          <p:cNvSpPr/>
          <p:nvPr/>
        </p:nvSpPr>
        <p:spPr>
          <a:xfrm>
            <a:off x="2831533" y="3627079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Projekte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E6B65DA-4B62-93DF-757A-B70EB0A40528}"/>
              </a:ext>
            </a:extLst>
          </p:cNvPr>
          <p:cNvSpPr/>
          <p:nvPr/>
        </p:nvSpPr>
        <p:spPr>
          <a:xfrm>
            <a:off x="1077889" y="4563400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Stunden-nachweise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691BE024-FFDC-A08D-4D01-4FCF2E704C95}"/>
              </a:ext>
            </a:extLst>
          </p:cNvPr>
          <p:cNvSpPr/>
          <p:nvPr/>
        </p:nvSpPr>
        <p:spPr>
          <a:xfrm>
            <a:off x="2831533" y="5465154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Projekt-Fortschritt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6D0881FE-CE05-12EE-B0D9-2ADC4D54792B}"/>
              </a:ext>
            </a:extLst>
          </p:cNvPr>
          <p:cNvSpPr/>
          <p:nvPr/>
        </p:nvSpPr>
        <p:spPr>
          <a:xfrm>
            <a:off x="4571403" y="3627079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ZA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7DD3912C-021A-0F47-FB42-E3ABEF9D025A}"/>
              </a:ext>
            </a:extLst>
          </p:cNvPr>
          <p:cNvSpPr/>
          <p:nvPr/>
        </p:nvSpPr>
        <p:spPr>
          <a:xfrm>
            <a:off x="4571403" y="4533715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ZA-Übersicht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824BE08E-C6E7-8B00-FD3C-DF53BFA166B2}"/>
              </a:ext>
            </a:extLst>
          </p:cNvPr>
          <p:cNvSpPr/>
          <p:nvPr/>
        </p:nvSpPr>
        <p:spPr>
          <a:xfrm>
            <a:off x="4571403" y="5440351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Daten für ZA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E3A4566-B5F5-EFA6-D21C-702F040E0612}"/>
              </a:ext>
            </a:extLst>
          </p:cNvPr>
          <p:cNvSpPr/>
          <p:nvPr/>
        </p:nvSpPr>
        <p:spPr>
          <a:xfrm>
            <a:off x="1077889" y="3627079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Mitarbeiter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5411383-C6E9-377F-2209-512DCCA89903}"/>
              </a:ext>
            </a:extLst>
          </p:cNvPr>
          <p:cNvSpPr/>
          <p:nvPr/>
        </p:nvSpPr>
        <p:spPr>
          <a:xfrm>
            <a:off x="2831533" y="4541359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Arbeitsplan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AD9C05AE-8811-68C5-65DA-B9C6DFFAE0B4}"/>
              </a:ext>
            </a:extLst>
          </p:cNvPr>
          <p:cNvSpPr/>
          <p:nvPr/>
        </p:nvSpPr>
        <p:spPr>
          <a:xfrm>
            <a:off x="2824646" y="325856"/>
            <a:ext cx="1620000" cy="684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Berater Dashboard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80FF60C-CE9C-AC69-0AD1-372D6BB4BDFD}"/>
              </a:ext>
            </a:extLst>
          </p:cNvPr>
          <p:cNvSpPr/>
          <p:nvPr/>
        </p:nvSpPr>
        <p:spPr>
          <a:xfrm>
            <a:off x="2824646" y="1308105"/>
            <a:ext cx="1620000" cy="684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Kunden-firmen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8C5B39D1-DDA7-F22A-769E-72E439667898}"/>
              </a:ext>
            </a:extLst>
          </p:cNvPr>
          <p:cNvSpPr/>
          <p:nvPr/>
        </p:nvSpPr>
        <p:spPr>
          <a:xfrm>
            <a:off x="1077889" y="1308105"/>
            <a:ext cx="1620000" cy="684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Netzwerke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17907BEC-9E77-39E2-C36D-D94D2A560AF6}"/>
              </a:ext>
            </a:extLst>
          </p:cNvPr>
          <p:cNvSpPr/>
          <p:nvPr/>
        </p:nvSpPr>
        <p:spPr>
          <a:xfrm>
            <a:off x="4571403" y="1308105"/>
            <a:ext cx="1620000" cy="684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Kapazitäts-Planung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A882E759-BAD5-6649-206A-63A9290A405C}"/>
              </a:ext>
            </a:extLst>
          </p:cNvPr>
          <p:cNvSpPr/>
          <p:nvPr/>
        </p:nvSpPr>
        <p:spPr>
          <a:xfrm>
            <a:off x="8045729" y="2584717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Firma … Dashboard</a:t>
            </a: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5345903E-97B6-611B-EBC9-E0C542473BF2}"/>
              </a:ext>
            </a:extLst>
          </p:cNvPr>
          <p:cNvSpPr/>
          <p:nvPr/>
        </p:nvSpPr>
        <p:spPr>
          <a:xfrm>
            <a:off x="8198129" y="2737117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Firma … Dashboard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4C98EE99-799E-E079-453D-8C7AB5A58C6E}"/>
              </a:ext>
            </a:extLst>
          </p:cNvPr>
          <p:cNvSpPr/>
          <p:nvPr/>
        </p:nvSpPr>
        <p:spPr>
          <a:xfrm>
            <a:off x="8350529" y="2889517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Firma … Dashboard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D0D6C3CB-CFD9-E13E-72A7-908273617F00}"/>
              </a:ext>
            </a:extLst>
          </p:cNvPr>
          <p:cNvSpPr/>
          <p:nvPr/>
        </p:nvSpPr>
        <p:spPr>
          <a:xfrm>
            <a:off x="8502929" y="3041917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Firma … Cockpit</a:t>
            </a:r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24C445B3-9984-BADC-8F4C-8A8FED660FD0}"/>
              </a:ext>
            </a:extLst>
          </p:cNvPr>
          <p:cNvSpPr/>
          <p:nvPr/>
        </p:nvSpPr>
        <p:spPr>
          <a:xfrm>
            <a:off x="6311273" y="5440351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Verwendungs-nachweis</a:t>
            </a:r>
          </a:p>
        </p:txBody>
      </p:sp>
    </p:spTree>
    <p:extLst>
      <p:ext uri="{BB962C8B-B14F-4D97-AF65-F5344CB8AC3E}">
        <p14:creationId xmlns:p14="http://schemas.microsoft.com/office/powerpoint/2010/main" val="108548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BFC29C3D-68EC-6E5D-A590-464D1645DBA3}"/>
              </a:ext>
            </a:extLst>
          </p:cNvPr>
          <p:cNvSpPr/>
          <p:nvPr/>
        </p:nvSpPr>
        <p:spPr>
          <a:xfrm>
            <a:off x="1715468" y="764882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ZA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0E0F4846-735C-93C2-90E3-6A8DFA5C4715}"/>
              </a:ext>
            </a:extLst>
          </p:cNvPr>
          <p:cNvSpPr/>
          <p:nvPr/>
        </p:nvSpPr>
        <p:spPr>
          <a:xfrm>
            <a:off x="1715468" y="1965880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ZA-Übersicht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552781D-1D9F-8143-AEEF-570BE82879AE}"/>
              </a:ext>
            </a:extLst>
          </p:cNvPr>
          <p:cNvSpPr/>
          <p:nvPr/>
        </p:nvSpPr>
        <p:spPr>
          <a:xfrm>
            <a:off x="4840108" y="1965880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Daten für ZA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FE40B574-0687-A2EB-8ACE-3C6DD553D72D}"/>
              </a:ext>
            </a:extLst>
          </p:cNvPr>
          <p:cNvSpPr/>
          <p:nvPr/>
        </p:nvSpPr>
        <p:spPr>
          <a:xfrm>
            <a:off x="7964749" y="1965880"/>
            <a:ext cx="1620000" cy="684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ysClr val="windowText" lastClr="000000"/>
                </a:solidFill>
              </a:rPr>
              <a:t>Verwendungs-nachweis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84C17DD-B59C-728A-B690-801C0D8D985B}"/>
              </a:ext>
            </a:extLst>
          </p:cNvPr>
          <p:cNvSpPr txBox="1"/>
          <p:nvPr/>
        </p:nvSpPr>
        <p:spPr>
          <a:xfrm>
            <a:off x="481245" y="3166878"/>
            <a:ext cx="4336444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	Zahlungs-	Auszahlung</a:t>
            </a:r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	</a:t>
            </a:r>
            <a:r>
              <a:rPr lang="de-DE" sz="1100" dirty="0" err="1"/>
              <a:t>anforderung</a:t>
            </a:r>
            <a:r>
              <a:rPr lang="de-DE" sz="1100" dirty="0"/>
              <a:t>	</a:t>
            </a:r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	</a:t>
            </a:r>
            <a:r>
              <a:rPr lang="de-DE" sz="1100" i="1" dirty="0"/>
              <a:t>Datum	Betrag	Datum	Betrag	Differenz	Anmerkung</a:t>
            </a: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ZA 1		</a:t>
            </a:r>
            <a:endParaRPr lang="de-DE" sz="1100" i="1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ZA 2</a:t>
            </a:r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ZA 3</a:t>
            </a:r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…</a:t>
            </a:r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endParaRPr lang="de-DE" sz="1100" dirty="0"/>
          </a:p>
          <a:p>
            <a:pPr>
              <a:tabLst>
                <a:tab pos="482600" algn="l"/>
                <a:tab pos="1062038" algn="l"/>
                <a:tab pos="1595438" algn="l"/>
                <a:tab pos="2174875" algn="l"/>
                <a:tab pos="2708275" algn="l"/>
                <a:tab pos="3419475" algn="l"/>
              </a:tabLst>
            </a:pPr>
            <a:r>
              <a:rPr lang="de-DE" sz="1100" dirty="0"/>
              <a:t>ZA </a:t>
            </a:r>
            <a:r>
              <a:rPr lang="de-DE" sz="1100" dirty="0" err="1"/>
              <a:t>n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58485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DD3A019-7B2E-E977-2585-8481D3AA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245"/>
            <a:ext cx="12189868" cy="60035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534C7B68-D24F-201E-9668-406D036E525B}"/>
                  </a:ext>
                </a:extLst>
              </p14:cNvPr>
              <p14:cNvContentPartPr/>
              <p14:nvPr/>
            </p14:nvContentPartPr>
            <p14:xfrm>
              <a:off x="18571" y="3032988"/>
              <a:ext cx="2927160" cy="327456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534C7B68-D24F-201E-9668-406D036E52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51" y="3026868"/>
                <a:ext cx="2939400" cy="32868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9174C38F-2D1E-A3E2-EDAE-F3BD0128A5D4}"/>
              </a:ext>
            </a:extLst>
          </p:cNvPr>
          <p:cNvSpPr txBox="1"/>
          <p:nvPr/>
        </p:nvSpPr>
        <p:spPr>
          <a:xfrm>
            <a:off x="4722731" y="2909782"/>
            <a:ext cx="147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Projektfortschritt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3A35683-8F5E-2FC7-C9DF-780F4F63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708" y="3860401"/>
            <a:ext cx="2123305" cy="161973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173EF9B-2E2B-57D5-6352-1D3F94B5E3B7}"/>
              </a:ext>
            </a:extLst>
          </p:cNvPr>
          <p:cNvSpPr txBox="1"/>
          <p:nvPr/>
        </p:nvSpPr>
        <p:spPr>
          <a:xfrm>
            <a:off x="6192462" y="2914165"/>
            <a:ext cx="147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Stundennachweis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21553A4-9AB0-4102-BC67-228EA61DF694}"/>
              </a:ext>
            </a:extLst>
          </p:cNvPr>
          <p:cNvGrpSpPr/>
          <p:nvPr/>
        </p:nvGrpSpPr>
        <p:grpSpPr>
          <a:xfrm>
            <a:off x="5438236" y="3860401"/>
            <a:ext cx="2704526" cy="1306423"/>
            <a:chOff x="5566134" y="4124259"/>
            <a:chExt cx="2704526" cy="1306423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200A9F5C-BA7E-F822-AD39-745CF7219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6134" y="4124259"/>
              <a:ext cx="2704526" cy="609802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E10A77C6-EF87-B465-7886-C84527E43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66134" y="4734061"/>
              <a:ext cx="2704526" cy="696621"/>
            </a:xfrm>
            <a:prstGeom prst="rect">
              <a:avLst/>
            </a:prstGeom>
          </p:spPr>
        </p:pic>
      </p:grp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5F521B6-AEF8-BB84-9CED-45B50ED7D0B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306148" y="3171392"/>
            <a:ext cx="1154583" cy="678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956F38F-98B9-F19B-7BA8-D1A07FC21611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647462" y="3163793"/>
            <a:ext cx="143037" cy="696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A14E1E36-8CB6-1D83-9E22-68C8A6629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985" y="3860401"/>
            <a:ext cx="3319216" cy="2525490"/>
          </a:xfrm>
          <a:prstGeom prst="rect">
            <a:avLst/>
          </a:prstGeom>
        </p:spPr>
      </p:pic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75B6531-DBB3-9405-5397-1E30612D94B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807471" y="3032988"/>
            <a:ext cx="151122" cy="827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F23025BB-3B53-720E-81A7-D47380331C42}"/>
              </a:ext>
            </a:extLst>
          </p:cNvPr>
          <p:cNvSpPr txBox="1"/>
          <p:nvPr/>
        </p:nvSpPr>
        <p:spPr>
          <a:xfrm>
            <a:off x="3250245" y="2914165"/>
            <a:ext cx="1476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Projekt Daten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CE77199C-F841-AD96-95A8-2FD8B93B79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96" y="3860401"/>
            <a:ext cx="2932320" cy="1436813"/>
          </a:xfrm>
          <a:prstGeom prst="rect">
            <a:avLst/>
          </a:prstGeom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158E39FA-5F08-071E-401D-8E06FEEBE6E7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1503556" y="3175775"/>
            <a:ext cx="2484689" cy="684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80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AD7E8F8-664A-E0AA-013A-1AC013F57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1520935"/>
            <a:ext cx="7772400" cy="38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34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Macintosh PowerPoint</Application>
  <PresentationFormat>Breitbild</PresentationFormat>
  <Paragraphs>38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Ditscherlein</dc:creator>
  <cp:lastModifiedBy>Martin Ditscherlein</cp:lastModifiedBy>
  <cp:revision>2</cp:revision>
  <dcterms:created xsi:type="dcterms:W3CDTF">2026-05-07T11:06:37Z</dcterms:created>
  <dcterms:modified xsi:type="dcterms:W3CDTF">2026-05-09T09:52:14Z</dcterms:modified>
</cp:coreProperties>
</file>